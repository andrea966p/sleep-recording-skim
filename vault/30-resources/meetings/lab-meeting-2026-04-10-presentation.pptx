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01010"/>
                </a:solidFill>
              </a:rPr>
              <a:t>NeuroSurveillance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</a:rPr>
              <a:t>An open, low-cost, EEG-synchronized video monitoring</a:t>
            </a:r>
          </a:p>
          <a:p>
            <a:pPr algn="l"/>
            <a:r>
              <a:rPr sz="2200" b="0">
                <a:solidFill>
                  <a:srgbClr val="555555"/>
                </a:solidFill>
              </a:rPr>
              <a:t>system for long circadian recordings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Andrea  •  Lab Meeting  •  Friday 2026-04-10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One-line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~$1,174 reproducible 4-chamber system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Auto-syncs video to NeuroNexus Radiens EEG (software, ~1 s latency)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24/7 operation with full monitoring + Slack alerting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Production-operational as of 2026-04-06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Open source, fully documented (38+ vault pages)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Current State of the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2× Raspberry Pi 5  —  192.168.0.11 and 192.168.0.12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Each with dual CSI cameras → 4 cameras total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1024×768 @ 15 fps, H.264 only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Waveshare PoE HAT (EEPROM tuned: PSU_MAX_CURRENT=5000, POWER_OFF_ON_HALT=1)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ASUS NUC 14 Pro  —  192.168.0.50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Intel Core Ultra 5 125H (14 cores), Intel Arc iGPU (QSV)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30.6 GB RAM, 1.9 TB NVMe, Ubuntu 24.04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Synology NAS (long-term storage, Tailscale pending)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Software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Everything is containerized or systemd-managed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go2rtc v1.9.14 on each Pi  —  RTSP streaming via rpicam-vid exec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Frigate 0.16.1 (Docker)  —  Intel QSV H.264 hardware decode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Mosquitto MQTT  —  recording control broker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NeuroSurveillance session daemon  —  Python 3.12 / Flask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Desktop UI  —  Tauri v2 + React 19 + TypeScript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Netdata 2.9.0 + Uptime Kuma  —  monitoring &amp; alerting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Hard Rules Learned the Hard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Every rule traces back to a specific incident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H.264 ONLY — H.265 causes kernel panics on Pi 5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KillMode=control-group in systemd — prevents zombie rpicam-vid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rpicam-vid direct exec — no ffmpeg pipes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apt-mark hold on Docker packages — prevents surprise Frigate restarts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Always pin Docker image versions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Alerts &amp; Resource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Netdata — 16 Custom NVR 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/etc/netdata/health.d/nvr-alerts.conf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CPU &gt; 85% / 95% (warn/crit, 10 min avg)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CPU iowait &gt; 40% (disk bottleneck)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RAM available &lt; 10% / 5%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Swap usage &gt; 50%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Disk space &gt; 90% / 95% per mount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Disk inodes &gt; 90% / 98%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Docker container unhealthy / down (Frigate, Mosquitto, Kuma)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CPU package temperature &gt; 85°C / 95°C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Hysteresis + 15-min recovery delays → no flapping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Uptime Kuma — 7 Monitors, Slack Alerting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go2rtc on Pi 1 (192.168.0.11)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go2rtc on Pi 2 (192.168.0.12)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Frigate NVR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Mosquitto MQTT broker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NeuroSurveillance session daemon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Netdata (NVR)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Uptime Kuma self-check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Public status page: 192.168.0.50:3001/status/neurosurveillance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Pi-Side Watchdogs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Hardware watchdog  —  systemd RuntimeWatchdogSec=30s (auto-reboots hung Pi)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Crash-canary script  —  logs temp, throttle, CPU, RAM every 30 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→ pre-crash forensics, catches slow-death patterns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NVR-initiated Pi health check  —  pi-monitor.sh pings every 2 min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→ catches silent PoE power failures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systemd Restart=always on go2rtc, session daemon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Real Incident — 2026-04-02 Thermal Spikes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Why monitoring matters: a concrete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Symptom  —  CPU package 87–92°C, recurring every 35–40 min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Root cause  —  allegoserver (Radiens) busy-polling USB → CPU 109%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Fix  —  Intel RAPL 20 W power cap via systemd service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Result  —  baseline dropped to ~58°C (17°C headroom before alerts)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→ Monitoring caught it; incident report + fix fully documented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Python Session Daemon — Backend &amp;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The glue between NeuroNexus Radiens (EEG) and Frigate (video)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Runs as systemd service on the NVR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Flask REST API on 127.0.0.1:8585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Python 3.12, paho-mqtt, radiens AllegoClient SDK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Source: private GitHub repo (neurosurveillance)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Module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daemon.py  —  orchestrator, 1 s poll loop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radiens_poller.py  —  detects R_OFF ↔ R_ON via AllegoClient.get_status()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frigate_controller.py  —  MQTT ON/OFF + Frigate export API (±2 s buffer)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session_manager.py  —  per-chamber state, filenames, JSON sidecars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manual_session_manager.py  —  handles Frigate-button recordings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storage_monitor.py  —  disk sampling, 200 GB EEG reserve enforcement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api.py  —  Flask REST endpoints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"Why you won't lose data"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1. Autonomous core  —  if daemon crashes mid-session, Frigate keeps rolling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2. Metadata optional  —  missing → 'unknown', no data lost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3. Multi-chamber independent state  —  4 chambers run in parallel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4. Daemon only OBSERVES Radiens  —  never controls it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→ Researcher stays in charge; system is fail-safe by default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API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/api/status  —  full daemon state, sessions, pending metadata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POST /api/session/metadata?chamber_id=X  —  set mouse / type / user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/api/session/history  —  past sessions (Radiens + manual)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/api/health  —  200 if Radiens + MQTT connected, else 503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/api/storage  —  disk usage, can_record flag, EEG reserve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/api/storage/estimate?cameras=N&amp;hours=H  —  size calculator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GET  /api/storage/camera-bitrates  —  live from go2rtc on each 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Method  —  Radiens AllegoClient polling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Polling interval  —  1 second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Export timestamp buffer  —  ±2 seconds (guarantees segment capture)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Transitions detected  —  R_OFF → R_ON (start), R_ON → R_OFF (stop + export)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Good enough for behavior;  NOT ms-level (see Section 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Desktop GUI — How to Use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Stack &amp;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Tauri v2 + React 19 + TypeScript + Vite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Tailwind CSS + DaisyUI, dark mode by default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Window: min 1024×700, default 1400×900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Components  —  ChamberSilo, SessionSetup, LiveStatus, CameraPreview,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StoragePanel, SystemHealth, SessionHistory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Polling  —  status 1.5 s · health 5 s · storage 10 s · camera snap 1 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User Workflow — Normal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Same muscle memory whether you're recording 1 or 4 chambers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1. Open the NeuroSurveillance Session Controller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2. For each chamber: enter Mouse ID, pick Recording Type, pick your name → Set Metadata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3. Start EEG recording in Radiens  →  video auto-starts on all cameras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4. Run the experiment (daemon is silent)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5. Stop EEG in Radiens  →  video auto-stops and exports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6. Check Session History panel for completion &amp; file paths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Manual Override &amp;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Manual recording  —  click Record in the Frigate UI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→ daemon detects, inherits pending metadata, 5 s min duration filter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Settings modal  —  cameras, recording types, lab members, Frigate URL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→ persisted in localStorage, per-workstation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Storage badge in header  —  always visible, green/yellow/red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Storage Management &amp; NAS Transfer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Directory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/srv/frigate/storage/recordings  —  raw Frigate segments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/srv/frigate/storage/exports      —  temp Frigate exports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/srv/frigate/storage/clips        —  Frigate event clips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/opt/neurosurveillance/sessions   —  JSON session sidecars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/opt/neurosurveillance/exports    —  organized by user/mouse/date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Example:  exports/andrea/HETCF3R1/2026-04-06/2604061430_HETCF3R1_basal.mp4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Capacity Math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The lab will ask — have the numbers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Per camera: ~1.7 Mbps measured (target 1.5 Mbps + VBR overhead)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Per camera/day:  ~18 GB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4 cameras × 24 h:  ~72 GB/day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7-day retention window:  ~504 GB used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1.9 TB NVMe  →  ~26 days of 4-camera headroom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200 GB EEG reserve  —  hard-enforced, recording blocks below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StorageMonitor — How It Enforces the Reserve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Background thread, os.statvfs() every 30 s (single syscall, ~0 ms)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Atomic dict swap → API thread never reads partial data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Category scans (exports/recordings/clips) cached 5 min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can_start_recording() returns False if available &lt; 200 GB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Bitrate sync button  —  live-queries go2rtc /api/streams on both Pis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Parses --bitrate from rpicam-vid exec command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NAS Transfer — Current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Being honest about what's done and what's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Configured but NOT yet deployed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Target  —  Synology NAS at 100.120.86.10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Blocker  —  Tailscale VPN setup to NAS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config.yaml has nas: stub ready to fill in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Short-term roadmap item (next 2–4 weeks)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Strengths vs. Recent Publications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How We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420624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EEG Sync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Open Source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NeuroSurveillance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~$1,174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Radiens API, ~1 s, ±2 s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MouseVUER (2024, Nat. Sci. Rep.)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$2–3k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OpenVEEG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$5–10k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ms-level, OpenEphys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Noldus EthoVision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$15–20k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Clever Sys HomeCageScan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$10–15k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SIESTA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ECoG/EMG only, no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01010"/>
                          </a:solidFill>
                        </a:rPr>
                        <a:t>research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1. First open-source Frigate ↔ NeuroNexus Radiens auto-sync (AllegoClient)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2. Multi-chamber independent metadata — 4 mice, 4 contexts, one app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3. MQTT pub/sub → loose coupling, fail-safe recording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4. Full operational documentation — 38+ vault pages incl. incident reports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5. ~$1.2 k vs. $5–20 k commercial — fully reproducible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All listed in 06-references/progress-meeting-2026-03-12.md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MouseVUER — Nature Sci. Rep., 2024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OpenVEEG — PMC, 2018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SIESTA — PMC, 2025  (ECoG/EMG sleep staging)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SAGER — Sensors, 2025  (EEG vigilance-state classification)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Spyglass — eLife, 2024  (reproducible neuroscience data)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FERAL — bioRxiv, 2025  (video → behavior w/o pose estimation, Rockefeller)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Lightning Pose — Nature Methods,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Future: Hardware EEG ↔ Video Sync via XDAQ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Current Sync vs. Planned Upgrade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Current  —  software polling via Radiens API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~1 s latency, ±2 s export buffer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Good for behavior; NOT enough for spike-level alignment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Planned  —  wire Pi GPIOs to XDAQ digital I/O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Hardware-triggered frame markers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Per-frame temporal alignment with EEG/EMG samples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Unlocks ms-level correlation analyses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Preparatory Work Already in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200 GB EEG reserve enforced in storage monitor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Session daemon architecture is Radiens-agnostic (observer only)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Frigate export API buffered ±2 s so no edge frames are lost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Config schema ready to accept hardware sync metadata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Per-chamber independent state  →  scales to more headstages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Validation &amp; Long-Term Plans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Short term  —  ffprobe post-export integrity check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(lesson from 2026-03-06 19 GB MP4 corruption incident)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Measure actual Radiens R_ON → first Frigate frame latency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Long-term stability data from multi-day runs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Longer horizon  —  PostgreSQL session DB, NWB export → DANDI archive,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dual-modality (EEG/EMG + FERAL video) sleep scoring pipeline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Why This Matters for Long / Circadian Recordings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The Failure Mode We're Engineering Against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Frame the stakes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Circadian studies  =  multi-day continuous runs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 single crash can ruin a week of data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 silent failure (no alert) is even worse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→ Every design choice optimizes for uptime AND observability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Stability Features for 24/7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Hardware watchdog (RuntimeWatchdogSec=30s) → auto-reboot on hang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Crash-canary vitals every 30 s → pre-crash forensics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NVR-initiated Pi ping every 2 min → catches silent PoE death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apt-mark hold on Docker → no surprise Frigate restarts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systemd Restart=always on go2rtc, daemon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Fail-safe video: MQTT recording state persists ON if daemon crashes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Thermal headroom: RAPL 20 W cap → 17°C margin before alerts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Track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30+ day continuous uptime in Feb 2026 MPEG-TS test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Stable since 2026-02-19 after PMIC/EEPROM hardening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Thermal regime verified stable since 2026-04-03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All monitoring alerts currently CLEAR (as of 2026-04-06)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Storage headroom: ~26 days of 4-camera recording on 1.9 TB NVMe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6FEB"/>
                </a:solidFill>
              </a:rPr>
              <a:t>§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7432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010"/>
                </a:solidFill>
              </a:rPr>
              <a:t>Roadmap &amp; Next Steps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Short-Term  (2–4 weeks)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ffprobe post-export validation → prevent silent corruption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Finish Tailscale NAS transfer deploy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Confirm apt-mark hold is effective end-to-end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Medium-Term  (1–3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Automated sleep scoring (EEG/EMG)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    –  Collaboration with Prof. Kim Daewook's lab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FERAL video classifier — train on labeled sleep/wake frames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Video-EEG temporal alignment validation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PostgreSQL session database → replace JSON sidecars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Multi-headstage support — independent Radiens per chamber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Long-Term  (3–6 months)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NWB export format → DANDI archive submission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Dual-modality sleep scoring pipeline (EEG/EMG + FERAL video)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System replication guide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Methods paper  —  target:  J. Neurosci. Methods  /  HardwareX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Production-operational 4-chamber EEG-synchronized video system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Fail-safe, fully monitored, fully documented, ~$1,174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Engineered for multi-day circadian recordings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Roadmap: ms-level hardware sync + automated sleep scoring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1010"/>
                </a:solidFill>
              </a:rPr>
              <a:t>•  Code + docs open-sourceable → reproducible methods paper in sight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01010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55555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Andrea  •  Lab Meeting  •  2026-04-10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37160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